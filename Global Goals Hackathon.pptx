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7FB7E6-FD16-450B-8FB3-366A7154A2E5}" v="20" dt="2025-09-20T22:59:42.441"/>
    <p1510:client id="{EAB34722-8533-CFE1-BF64-49C0CC938901}" v="25" dt="2025-09-20T22:58:38.3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A8ED-3BAC-4EE9-8CA4-D2ED67EA8B49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4BF2-158D-4145-A990-2BDB6E512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00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A8ED-3BAC-4EE9-8CA4-D2ED67EA8B49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4BF2-158D-4145-A990-2BDB6E512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635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A8ED-3BAC-4EE9-8CA4-D2ED67EA8B49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4BF2-158D-4145-A990-2BDB6E512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250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A8ED-3BAC-4EE9-8CA4-D2ED67EA8B49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4BF2-158D-4145-A990-2BDB6E512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258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A8ED-3BAC-4EE9-8CA4-D2ED67EA8B49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4BF2-158D-4145-A990-2BDB6E512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301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A8ED-3BAC-4EE9-8CA4-D2ED67EA8B49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4BF2-158D-4145-A990-2BDB6E512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864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A8ED-3BAC-4EE9-8CA4-D2ED67EA8B49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4BF2-158D-4145-A990-2BDB6E512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370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A8ED-3BAC-4EE9-8CA4-D2ED67EA8B49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4BF2-158D-4145-A990-2BDB6E512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281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A8ED-3BAC-4EE9-8CA4-D2ED67EA8B49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4BF2-158D-4145-A990-2BDB6E512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103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A8ED-3BAC-4EE9-8CA4-D2ED67EA8B49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4BF2-158D-4145-A990-2BDB6E512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388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A8ED-3BAC-4EE9-8CA4-D2ED67EA8B49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4BF2-158D-4145-A990-2BDB6E512CD3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531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A8ED-3BAC-4EE9-8CA4-D2ED67EA8B49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4BF2-158D-4145-A990-2BDB6E512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893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A8ED-3BAC-4EE9-8CA4-D2ED67EA8B49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4BF2-158D-4145-A990-2BDB6E512CD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4213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A8ED-3BAC-4EE9-8CA4-D2ED67EA8B49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4BF2-158D-4145-A990-2BDB6E512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3034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A8ED-3BAC-4EE9-8CA4-D2ED67EA8B49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4BF2-158D-4145-A990-2BDB6E512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457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A8ED-3BAC-4EE9-8CA4-D2ED67EA8B49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4BF2-158D-4145-A990-2BDB6E512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608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1A8ED-3BAC-4EE9-8CA4-D2ED67EA8B49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02B4BF2-158D-4145-A990-2BDB6E512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199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9FCB2-91A2-C238-318F-3ACE79488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0154" y="275304"/>
            <a:ext cx="9733935" cy="1199535"/>
          </a:xfrm>
        </p:spPr>
        <p:txBody>
          <a:bodyPr/>
          <a:lstStyle/>
          <a:p>
            <a:pPr algn="ctr"/>
            <a:r>
              <a:rPr lang="en-IN"/>
              <a:t>Global Goals Hackathon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16AFB0-EFAE-594D-8FE0-5B9293428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6129" y="2359742"/>
            <a:ext cx="8167874" cy="3583857"/>
          </a:xfrm>
        </p:spPr>
        <p:txBody>
          <a:bodyPr>
            <a:normAutofit fontScale="85000" lnSpcReduction="10000"/>
          </a:bodyPr>
          <a:lstStyle/>
          <a:p>
            <a:pPr marL="342900" indent="-342900" algn="l">
              <a:buSzPct val="109000"/>
              <a:buFont typeface="Arial" panose="020B0604020202020204" pitchFamily="34" charset="0"/>
              <a:buChar char="•"/>
            </a:pPr>
            <a:r>
              <a:rPr lang="en-US" sz="2600" b="1">
                <a:solidFill>
                  <a:schemeClr val="tx1"/>
                </a:solidFill>
              </a:rPr>
              <a:t>Problem Statement </a:t>
            </a:r>
            <a:r>
              <a:rPr lang="en-US" sz="2600">
                <a:solidFill>
                  <a:schemeClr val="tx1"/>
                </a:solidFill>
              </a:rPr>
              <a:t>: The Silent Organizer</a:t>
            </a:r>
          </a:p>
          <a:p>
            <a:pPr marL="342900" indent="-342900" algn="l">
              <a:buSzPct val="109000"/>
              <a:buFont typeface="Arial" panose="020B0604020202020204" pitchFamily="34" charset="0"/>
              <a:buChar char="•"/>
            </a:pPr>
            <a:r>
              <a:rPr lang="en-US" sz="2600" b="1">
                <a:solidFill>
                  <a:schemeClr val="tx1"/>
                </a:solidFill>
              </a:rPr>
              <a:t>Subtitle                   :</a:t>
            </a:r>
            <a:r>
              <a:rPr lang="en-US" sz="2600">
                <a:solidFill>
                  <a:schemeClr val="tx1"/>
                </a:solidFill>
              </a:rPr>
              <a:t> A Tool for Effortless Organization &amp;          </a:t>
            </a:r>
          </a:p>
          <a:p>
            <a:pPr algn="l">
              <a:buSzPct val="109000"/>
            </a:pPr>
            <a:r>
              <a:rPr lang="en-US" sz="2600">
                <a:solidFill>
                  <a:schemeClr val="tx1"/>
                </a:solidFill>
              </a:rPr>
              <a:t>                                    Smarter Digital Habits</a:t>
            </a:r>
          </a:p>
          <a:p>
            <a:pPr marL="342900" indent="-342900" algn="l">
              <a:buSzPct val="109000"/>
              <a:buFont typeface="Arial" panose="020B0604020202020204" pitchFamily="34" charset="0"/>
              <a:buChar char="•"/>
            </a:pPr>
            <a:r>
              <a:rPr lang="en-IN" sz="2600" b="1">
                <a:solidFill>
                  <a:schemeClr val="tx1"/>
                </a:solidFill>
              </a:rPr>
              <a:t>Team                      :</a:t>
            </a:r>
            <a:r>
              <a:rPr lang="en-IN" sz="2600">
                <a:solidFill>
                  <a:schemeClr val="tx1"/>
                </a:solidFill>
              </a:rPr>
              <a:t> HackStarters</a:t>
            </a:r>
          </a:p>
          <a:p>
            <a:pPr marL="342900" indent="-342900" algn="l">
              <a:buSzPct val="109000"/>
              <a:buFont typeface="Arial" panose="020B0604020202020204" pitchFamily="34" charset="0"/>
              <a:buChar char="•"/>
            </a:pPr>
            <a:r>
              <a:rPr lang="en-IN" sz="2600" b="1">
                <a:solidFill>
                  <a:schemeClr val="tx1"/>
                </a:solidFill>
              </a:rPr>
              <a:t>Presented by          : </a:t>
            </a:r>
            <a:r>
              <a:rPr lang="en-IN" sz="2600">
                <a:solidFill>
                  <a:schemeClr val="tx1"/>
                </a:solidFill>
              </a:rPr>
              <a:t>K .Venkat</a:t>
            </a:r>
          </a:p>
          <a:p>
            <a:pPr algn="l">
              <a:buSzPct val="109000"/>
            </a:pPr>
            <a:r>
              <a:rPr lang="en-IN" sz="2600">
                <a:solidFill>
                  <a:schemeClr val="tx1"/>
                </a:solidFill>
              </a:rPr>
              <a:t>                                    A.Srivalli</a:t>
            </a:r>
          </a:p>
          <a:p>
            <a:pPr algn="l">
              <a:buSzPct val="109000"/>
            </a:pPr>
            <a:r>
              <a:rPr lang="en-IN" sz="2600">
                <a:solidFill>
                  <a:schemeClr val="tx1"/>
                </a:solidFill>
              </a:rPr>
              <a:t>                                    K.Josh Kumar</a:t>
            </a:r>
          </a:p>
          <a:p>
            <a:pPr algn="l">
              <a:buSzPct val="109000"/>
            </a:pPr>
            <a:r>
              <a:rPr lang="en-IN" sz="2600">
                <a:solidFill>
                  <a:schemeClr val="tx1"/>
                </a:solidFill>
              </a:rPr>
              <a:t>                                    J.Gayathri</a:t>
            </a:r>
          </a:p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062581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2E92002-C2A6-F97B-9DE9-5C9ED3001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220" y="221226"/>
            <a:ext cx="10102646" cy="1327355"/>
          </a:xfrm>
        </p:spPr>
        <p:txBody>
          <a:bodyPr>
            <a:noAutofit/>
          </a:bodyPr>
          <a:lstStyle/>
          <a:p>
            <a:r>
              <a:rPr lang="en-US" sz="4000"/>
              <a:t>The Problem: Digital Chaos &amp; Lost Focus</a:t>
            </a:r>
            <a:endParaRPr lang="en-IN" sz="40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62ADF58-59B7-0280-FC09-A137B9259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3" name="Content Placeholder 12" descr="A collage of a person with his hands on his head&#10;&#10;AI-generated content may be incorrect.">
            <a:extLst>
              <a:ext uri="{FF2B5EF4-FFF2-40B4-BE49-F238E27FC236}">
                <a16:creationId xmlns:a16="http://schemas.microsoft.com/office/drawing/2014/main" id="{176F78D3-8F76-84D2-BD96-21A8006A9BD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30" y="1710150"/>
            <a:ext cx="4412638" cy="4331212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4361FA-A94E-9C8B-D252-24C747F54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88382" y="1710150"/>
            <a:ext cx="6654888" cy="149025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/>
              <a:t> stress caused by manual file </a:t>
            </a:r>
            <a:r>
              <a:rPr lang="en-US" sz="2800" err="1"/>
              <a:t>management</a:t>
            </a:r>
            <a:r>
              <a:rPr lang="en-US" sz="2000" err="1"/>
              <a:t>.</a:t>
            </a:r>
            <a:r>
              <a:rPr lang="en-US" sz="2800" err="1"/>
              <a:t>This</a:t>
            </a:r>
            <a:r>
              <a:rPr lang="en-US" sz="2800"/>
              <a:t> slide sets the stage by </a:t>
            </a:r>
            <a:r>
              <a:rPr lang="en-US" sz="2800" err="1"/>
              <a:t>visuallyhighlighting</a:t>
            </a:r>
            <a:r>
              <a:rPr lang="en-US" sz="2800"/>
              <a:t> the clutter 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3530D53-C12A-5FBA-5C26-E3853C56A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88382" y="3429000"/>
            <a:ext cx="6415360" cy="216063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/>
              <a:t>Visually compares the old, inefficient way of doing things with the new, streamlined solution</a:t>
            </a:r>
            <a:endParaRPr lang="en-IN" sz="2800"/>
          </a:p>
        </p:txBody>
      </p:sp>
    </p:spTree>
    <p:extLst>
      <p:ext uri="{BB962C8B-B14F-4D97-AF65-F5344CB8AC3E}">
        <p14:creationId xmlns:p14="http://schemas.microsoft.com/office/powerpoint/2010/main" val="2895150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AB966-18E9-0B7B-80A5-5AE3E26D1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/>
              <a:t>Project Overview &amp; The Solution</a:t>
            </a:r>
            <a:br>
              <a:rPr lang="en-IN" sz="4000" b="1"/>
            </a:br>
            <a:endParaRPr lang="en-IN" sz="4000"/>
          </a:p>
        </p:txBody>
      </p:sp>
      <p:pic>
        <p:nvPicPr>
          <p:cNvPr id="12" name="Content Placeholder 11" descr="A diagram of a solution&#10;&#10;AI-generated content may be incorrect.">
            <a:extLst>
              <a:ext uri="{FF2B5EF4-FFF2-40B4-BE49-F238E27FC236}">
                <a16:creationId xmlns:a16="http://schemas.microsoft.com/office/drawing/2014/main" id="{D3E01F03-806A-72B2-16D6-7ECA614724D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5" y="2160588"/>
            <a:ext cx="3881437" cy="3881437"/>
          </a:xfr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E046-57EB-E06A-083A-F24F4A7CB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69" y="2160589"/>
            <a:ext cx="6664495" cy="424021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/>
              <a:t>This slide introduces the proposed solution, visually representing the system that sorts files efficiently and automatically.</a:t>
            </a:r>
          </a:p>
          <a:p>
            <a:r>
              <a:rPr lang="en-US" sz="2400" b="1"/>
              <a:t>How It Works:</a:t>
            </a:r>
            <a:endParaRPr lang="en-US" sz="2400"/>
          </a:p>
          <a:p>
            <a:pPr lvl="1"/>
            <a:r>
              <a:rPr lang="en-US" sz="2400" b="1"/>
              <a:t>Monitors:</a:t>
            </a:r>
            <a:r>
              <a:rPr lang="en-US" sz="2400"/>
              <a:t> Actively watches the Downloads folder.(Watchdogs)</a:t>
            </a:r>
          </a:p>
          <a:p>
            <a:pPr lvl="1"/>
            <a:r>
              <a:rPr lang="en-US" sz="2400" b="1"/>
              <a:t>Identifies:</a:t>
            </a:r>
            <a:r>
              <a:rPr lang="en-US" sz="2400"/>
              <a:t> Instantly recognizes file types (Pictures, Documents, Videos, etc.).</a:t>
            </a:r>
          </a:p>
          <a:p>
            <a:pPr lvl="1"/>
            <a:r>
              <a:rPr lang="en-US" sz="2400" b="1"/>
              <a:t>Organizes:</a:t>
            </a:r>
            <a:r>
              <a:rPr lang="en-US" sz="2400"/>
              <a:t> Automatically moves each file to its designated home.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141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B25A7-A715-AB68-3909-03A619A40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/>
              <a:t> </a:t>
            </a:r>
            <a:r>
              <a:rPr lang="en-IN" sz="6000" b="1"/>
              <a:t>Workflow </a:t>
            </a:r>
            <a:br>
              <a:rPr lang="en-IN" sz="6000" b="1"/>
            </a:br>
            <a:endParaRPr lang="en-IN" sz="600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1AC044-A4B6-716F-FBC4-A0EEC47058B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18" y="1930400"/>
            <a:ext cx="4385647" cy="411162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9252A7-1585-C30E-7D77-3BEEDF3E4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69" y="1930401"/>
            <a:ext cx="6777565" cy="4706374"/>
          </a:xfrm>
        </p:spPr>
        <p:txBody>
          <a:bodyPr>
            <a:normAutofit fontScale="92500" lnSpcReduction="20000"/>
          </a:bodyPr>
          <a:lstStyle/>
          <a:p>
            <a:r>
              <a:rPr lang="en-US" sz="2800" b="1"/>
              <a:t>The Automated Workflow:</a:t>
            </a:r>
            <a:endParaRPr lang="en-US" sz="280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/>
              <a:t>A file is downloaded to the Downloads folder.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/>
              <a:t>The Silent Organizer's background process detects the new file.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/>
              <a:t>It reads the user-defined rules from a simple </a:t>
            </a:r>
            <a:r>
              <a:rPr lang="en-US" sz="2800" err="1"/>
              <a:t>config.json</a:t>
            </a:r>
            <a:r>
              <a:rPr lang="en-US" sz="2800"/>
              <a:t> file.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/>
              <a:t>The file is instantly moved to the correct destination folder (e.g., Pictures or Documents).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/>
              <a:t>The action is logged for the user's reference.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115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BBEC9-AA1A-0EE7-0B95-23CE2CFC3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815873" cy="1091157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/>
              <a:t> </a:t>
            </a:r>
            <a:r>
              <a:rPr lang="en-IN" sz="4800" b="1"/>
              <a:t>LIVE DEMONSTRATION</a:t>
            </a:r>
            <a:br>
              <a:rPr lang="en-IN" b="1"/>
            </a:br>
            <a:endParaRPr lang="en-IN"/>
          </a:p>
        </p:txBody>
      </p:sp>
      <p:pic>
        <p:nvPicPr>
          <p:cNvPr id="6" name="Content Placeholder 5" descr="A blue and white background with text and symbols&#10;&#10;AI-generated content may be incorrect.">
            <a:extLst>
              <a:ext uri="{FF2B5EF4-FFF2-40B4-BE49-F238E27FC236}">
                <a16:creationId xmlns:a16="http://schemas.microsoft.com/office/drawing/2014/main" id="{20904783-6FC7-88BB-5BB3-194BA157EEA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07" y="1332628"/>
            <a:ext cx="6187656" cy="518265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A49890-AB2B-06A7-CAEF-6A7110C05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72747" y="3274142"/>
            <a:ext cx="4896466" cy="2123768"/>
          </a:xfrm>
        </p:spPr>
        <p:txBody>
          <a:bodyPr/>
          <a:lstStyle/>
          <a:p>
            <a:r>
              <a:rPr lang="en-US" sz="2400"/>
              <a:t>This slide uses the SDG 4 icon to visually represent the connection and lists the educational benefits of the automated system</a:t>
            </a:r>
            <a:r>
              <a:rPr lang="en-US"/>
              <a:t>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973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A10A4-EEA9-B346-9BB0-5908E662C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/>
              <a:t> Impact, SDGs &amp; Future Vision</a:t>
            </a:r>
            <a:br>
              <a:rPr lang="en-US" b="1"/>
            </a:br>
            <a:br>
              <a:rPr lang="en-US"/>
            </a:b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E6C3F-335C-2473-5EB1-82359B950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9466" y="2160590"/>
            <a:ext cx="6424697" cy="3880773"/>
          </a:xfrm>
        </p:spPr>
        <p:txBody>
          <a:bodyPr>
            <a:noAutofit/>
          </a:bodyPr>
          <a:lstStyle/>
          <a:p>
            <a:r>
              <a:rPr lang="en-IN" sz="2000" b="1"/>
              <a:t>Primary Impact: SDG 4 (Quality Education):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/>
              <a:t>Promotes </a:t>
            </a:r>
            <a:r>
              <a:rPr lang="en-IN" sz="2000" b="1"/>
              <a:t>digital literacy</a:t>
            </a:r>
            <a:r>
              <a:rPr lang="en-IN" sz="2000"/>
              <a:t> by teaching the fundamental skill of file management.</a:t>
            </a:r>
          </a:p>
          <a:p>
            <a:r>
              <a:rPr lang="en-IN" sz="2000" b="1"/>
              <a:t>Additional SDG Alignments:</a:t>
            </a:r>
            <a:endParaRPr lang="en-IN" sz="2000"/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b="1"/>
              <a:t>SDG 12 (Responsible Production):</a:t>
            </a:r>
            <a:r>
              <a:rPr lang="en-IN" sz="2000"/>
              <a:t> Fights digital clutter and promotes efficient resource management.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b="1"/>
              <a:t>SDG 9 (Innovation &amp; Infrastructure):</a:t>
            </a:r>
            <a:r>
              <a:rPr lang="en-IN" sz="2000"/>
              <a:t> A practical innovation that improves personal digital workflow.</a:t>
            </a:r>
          </a:p>
          <a:p>
            <a:pPr marL="0" indent="0">
              <a:buNone/>
            </a:pPr>
            <a:br>
              <a:rPr lang="en-IN" sz="2000"/>
            </a:br>
            <a:endParaRPr lang="en-IN" sz="2000"/>
          </a:p>
        </p:txBody>
      </p:sp>
      <p:pic>
        <p:nvPicPr>
          <p:cNvPr id="10" name="Content Placeholder 9" descr="A diagram of impact and future vision&#10;&#10;AI-generated content may be incorrect.">
            <a:extLst>
              <a:ext uri="{FF2B5EF4-FFF2-40B4-BE49-F238E27FC236}">
                <a16:creationId xmlns:a16="http://schemas.microsoft.com/office/drawing/2014/main" id="{377E151F-DAF0-FC40-07FA-50F3E04C62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71" y="1430595"/>
            <a:ext cx="4444641" cy="4610768"/>
          </a:xfrm>
        </p:spPr>
      </p:pic>
    </p:spTree>
    <p:extLst>
      <p:ext uri="{BB962C8B-B14F-4D97-AF65-F5344CB8AC3E}">
        <p14:creationId xmlns:p14="http://schemas.microsoft.com/office/powerpoint/2010/main" val="2394968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41FBB-E534-A9F3-4721-E2066E36A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0015247" cy="1320800"/>
          </a:xfrm>
        </p:spPr>
        <p:txBody>
          <a:bodyPr>
            <a:normAutofit/>
          </a:bodyPr>
          <a:lstStyle/>
          <a:p>
            <a:pPr algn="ctr"/>
            <a:r>
              <a:rPr lang="en-IN" sz="4800"/>
              <a:t>Usages &amp; Benefits</a:t>
            </a:r>
          </a:p>
        </p:txBody>
      </p:sp>
      <p:pic>
        <p:nvPicPr>
          <p:cNvPr id="13" name="Content Placeholder 12" descr="A group of people looking at a computer&#10;&#10;AI-generated content may be incorrect.">
            <a:extLst>
              <a:ext uri="{FF2B5EF4-FFF2-40B4-BE49-F238E27FC236}">
                <a16:creationId xmlns:a16="http://schemas.microsoft.com/office/drawing/2014/main" id="{F2EC426E-E570-392D-514F-40D37371398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95" y="1805782"/>
            <a:ext cx="5825612" cy="4442617"/>
          </a:xfr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026446B-1AF1-4AF1-595B-230AB454CD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07277" y="2610465"/>
            <a:ext cx="5068529" cy="2507225"/>
          </a:xfrm>
        </p:spPr>
        <p:txBody>
          <a:bodyPr>
            <a:normAutofit/>
          </a:bodyPr>
          <a:lstStyle/>
          <a:p>
            <a:r>
              <a:rPr lang="en-US" sz="2400"/>
              <a:t>Our automated system saves valuable time and eliminates the stress of file management. It empowers students and teachers to focus on their work, not on organizing digital clutter</a:t>
            </a:r>
            <a:r>
              <a:rPr lang="en-US"/>
              <a:t>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32263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Facet</vt:lpstr>
      <vt:lpstr>Global Goals Hackathon</vt:lpstr>
      <vt:lpstr>The Problem: Digital Chaos &amp; Lost Focus</vt:lpstr>
      <vt:lpstr>Project Overview &amp; The Solution </vt:lpstr>
      <vt:lpstr> Workflow  </vt:lpstr>
      <vt:lpstr> LIVE DEMONSTRATION </vt:lpstr>
      <vt:lpstr> Impact, SDGs &amp; Future Vision  </vt:lpstr>
      <vt:lpstr>Usages &amp; Benefits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GAYATHRI JAVVAJI</dc:creator>
  <cp:revision>1</cp:revision>
  <dcterms:created xsi:type="dcterms:W3CDTF">2025-09-20T21:12:09Z</dcterms:created>
  <dcterms:modified xsi:type="dcterms:W3CDTF">2025-09-21T03:44:19Z</dcterms:modified>
</cp:coreProperties>
</file>